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77" d="100"/>
          <a:sy n="77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EE008-87A4-4BE5-8B4E-C2500C32539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187DF-F228-4134-B8DB-969847FD7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34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87DF-F228-4134-B8DB-969847FD754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401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87DF-F228-4134-B8DB-969847FD754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90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3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4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5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73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85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36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13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52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46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6714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24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814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30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647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04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34819-BA06-45C5-9074-8BFF938867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C1C1FD0-11B3-4A6C-9607-D0E86795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990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F77D-9493-1C4E-DEE7-4D898523A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569" y="2645973"/>
            <a:ext cx="9177867" cy="156605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 &amp; Best Practices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45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B8D6-4747-3B0B-51ED-2A74F12F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A2DC-8CAF-BE0E-0E2C-FD66714A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760" y="1772963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means representing data in a visual form (like charts, graphs, maps, or infographics) so that complex information becomes easy to understand and interpret.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Charts, maps, dashboards, infographics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597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F7D6-BA10-B351-6EB4-8E494D6E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Data Visualization Is Important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DFF4-5A56-A2E1-7BFD-2D98F3CAD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04" y="1534424"/>
            <a:ext cx="8596668" cy="48464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is an essential skill for data analysts, business professionals, and researchers because: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complexity: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large datasets into simple visuals.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insights: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trends, relationships, and hidden patterns.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 decision-making: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management make evidence-based decisions.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storytelling: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Turns numbers into stories that anyone can understand.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line chart showing rising temperature trends is easier to explain than pages of numeric temperature readings.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59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5BFF-B1A7-5FE6-FFF2-D4004527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Visualization Techniques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B8A9C8-EC6C-F49F-0B15-D8AB85596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" t="25391" r="-1752" b="13505"/>
          <a:stretch>
            <a:fillRect/>
          </a:stretch>
        </p:blipFill>
        <p:spPr>
          <a:xfrm>
            <a:off x="607141" y="1972365"/>
            <a:ext cx="8931898" cy="31186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8320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F7002-5459-82C4-D782-DE31E20D0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0330"/>
            <a:ext cx="8596668" cy="78187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Visualization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321B3FE-00A6-7FB1-2EF8-A91342C82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797154"/>
              </p:ext>
            </p:extLst>
          </p:nvPr>
        </p:nvGraphicFramePr>
        <p:xfrm>
          <a:off x="766786" y="1605194"/>
          <a:ext cx="8287761" cy="45001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62587">
                  <a:extLst>
                    <a:ext uri="{9D8B030D-6E8A-4147-A177-3AD203B41FA5}">
                      <a16:colId xmlns:a16="http://schemas.microsoft.com/office/drawing/2014/main" val="3960124721"/>
                    </a:ext>
                  </a:extLst>
                </a:gridCol>
                <a:gridCol w="2762587">
                  <a:extLst>
                    <a:ext uri="{9D8B030D-6E8A-4147-A177-3AD203B41FA5}">
                      <a16:colId xmlns:a16="http://schemas.microsoft.com/office/drawing/2014/main" val="1271792092"/>
                    </a:ext>
                  </a:extLst>
                </a:gridCol>
                <a:gridCol w="2762587">
                  <a:extLst>
                    <a:ext uri="{9D8B030D-6E8A-4147-A177-3AD203B41FA5}">
                      <a16:colId xmlns:a16="http://schemas.microsoft.com/office/drawing/2014/main" val="1798123957"/>
                    </a:ext>
                  </a:extLst>
                </a:gridCol>
              </a:tblGrid>
              <a:tr h="35137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marL="88214" marR="88214" marT="44107" marB="44107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8214" marR="88214" marT="44107" marB="44107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Use</a:t>
                      </a:r>
                    </a:p>
                  </a:txBody>
                  <a:tcPr marL="88214" marR="88214" marT="44107" marB="44107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311030"/>
                  </a:ext>
                </a:extLst>
              </a:tr>
              <a:tr h="33498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Chart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categories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by product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222809113"/>
                  </a:ext>
                </a:extLst>
              </a:tr>
              <a:tr h="33498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Chart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trends over time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revenue growth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275405982"/>
                  </a:ext>
                </a:extLst>
              </a:tr>
              <a:tr h="6337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 Chart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proportions or parts of a whole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share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585928956"/>
                  </a:ext>
                </a:extLst>
              </a:tr>
              <a:tr h="6337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Scatter Plot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relationships between variables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vs. Income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758607434"/>
                  </a:ext>
                </a:extLst>
              </a:tr>
              <a:tr h="6337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frequency distribution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 score distribution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346514459"/>
                  </a:ext>
                </a:extLst>
              </a:tr>
              <a:tr h="6337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Heatmap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intensity of data values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 click activity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39047539"/>
                  </a:ext>
                </a:extLst>
              </a:tr>
              <a:tr h="33498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Visualization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geographic data</a:t>
                      </a:r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by region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78325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98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4F80-5EEE-8E3A-257B-F3DA2AFE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Tools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EE47911-8B3E-E25E-4F8F-407B9B3E1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6423" y="1358867"/>
            <a:ext cx="7264031" cy="356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Excel, Google Sheets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Tableau, Power BI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Libraries: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Python: Matplotlib, Seaborn,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R: ggplot2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71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0B0B-9204-B4BB-1689-4ADD1084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13" y="450574"/>
            <a:ext cx="9112709" cy="1320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Design Principles for Effective Visualization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C75FA3-1B84-E158-C439-BD8F95345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3633" y="1890854"/>
            <a:ext cx="9474068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Clarity: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Remove unnecessary decorations, focus on the main message.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Simplicity: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Keep it clean — too many colors or fonts can confuse viewers.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Avoid misleading scales or 3D effects that distort the data.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Consistency: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uniform colors, fonts, and styles across visuals.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 key insights (for example, use color to emphasize one important bar).</a:t>
            </a:r>
          </a:p>
        </p:txBody>
      </p:sp>
    </p:spTree>
    <p:extLst>
      <p:ext uri="{BB962C8B-B14F-4D97-AF65-F5344CB8AC3E}">
        <p14:creationId xmlns:p14="http://schemas.microsoft.com/office/powerpoint/2010/main" val="1433951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B354-1D86-0361-F707-6E9A562A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Type of Chart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D8C905-350A-CCF9-BB30-8DA085B57C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579395"/>
              </p:ext>
            </p:extLst>
          </p:nvPr>
        </p:nvGraphicFramePr>
        <p:xfrm>
          <a:off x="548654" y="2045893"/>
          <a:ext cx="8596312" cy="32157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91328057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406094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Chart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18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or Column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9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trend over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9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part-to-whole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 or Donut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241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Scatter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81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data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or Box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982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geographical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958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0602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5A6-71D8-1038-9A27-52988778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Mistakes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91491-2BE9-E628-3EA6-75F0DAE91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239" y="1488613"/>
            <a:ext cx="8596668" cy="456431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 many colors or 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distracts from the main insight.</a:t>
            </a: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scales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e.g., starting a Y-axis at 50 instead of 0 exaggerates differences.</a:t>
            </a: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Charts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look fancy but distort values</a:t>
            </a: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showing too many variables at once confuses the audience.</a:t>
            </a: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 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chart without a title, axis labels, or units is meaningless.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keep your visualization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clear, and honest.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08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978FF-2423-D1FD-F808-6CE1ED27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Great Visualizations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D8D7-0F90-0EC9-A52E-1AB33E948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116" y="157418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it simple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meaningfully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key insights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labels &amp; legends wisely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test with your audience</a:t>
            </a:r>
          </a:p>
          <a:p>
            <a:pPr>
              <a:lnSpc>
                <a:spcPct val="2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61094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3721-AAAD-A86D-3D14-FE8FD2D8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Techniques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AA3BEE-0D8D-9FD2-BBA6-2FE2AE291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6359" y="1484397"/>
            <a:ext cx="7949832" cy="274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Let users click and explore data (Power BI, Tableau).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live metrics like stock prices.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with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 visuals with narrative to explain insights.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generates charts and detects trends.</a:t>
            </a:r>
          </a:p>
        </p:txBody>
      </p:sp>
    </p:spTree>
    <p:extLst>
      <p:ext uri="{BB962C8B-B14F-4D97-AF65-F5344CB8AC3E}">
        <p14:creationId xmlns:p14="http://schemas.microsoft.com/office/powerpoint/2010/main" val="909464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6EF6-1C73-1641-6E18-896B1F38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3C93B3-E7B0-BA42-80D3-60FFC25FEE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889" y="1493501"/>
            <a:ext cx="7668638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turns data into insight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chart 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your goal.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best practices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clarity and accuracy.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common mistakes like clutter, wrong scales, and poor labeling.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visuals tell a story and make data easy to act on.</a:t>
            </a:r>
          </a:p>
        </p:txBody>
      </p:sp>
    </p:spTree>
    <p:extLst>
      <p:ext uri="{BB962C8B-B14F-4D97-AF65-F5344CB8AC3E}">
        <p14:creationId xmlns:p14="http://schemas.microsoft.com/office/powerpoint/2010/main" val="1863756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58A2-194B-6A81-1EFA-27716542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05" y="3240157"/>
            <a:ext cx="8596668" cy="11728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254325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577</Words>
  <Application>Microsoft Office PowerPoint</Application>
  <PresentationFormat>Widescreen</PresentationFormat>
  <Paragraphs>91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Data Visualization Techniques &amp; Best Practices</vt:lpstr>
      <vt:lpstr>What Is Data Visualization</vt:lpstr>
      <vt:lpstr>Why Data Visualization Is Important</vt:lpstr>
      <vt:lpstr>Common Data Visualization Techniques</vt:lpstr>
      <vt:lpstr>Types of Data Visualization</vt:lpstr>
      <vt:lpstr>Data Visualization Tools</vt:lpstr>
      <vt:lpstr>Key Design Principles for Effective Visualization</vt:lpstr>
      <vt:lpstr>Choosing the Right Type of Chart</vt:lpstr>
      <vt:lpstr>Common Mistakes to Avoid</vt:lpstr>
      <vt:lpstr>Best Practices for Great Visualizations</vt:lpstr>
      <vt:lpstr>Advanced Visualization Techniques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Kruti Patil</dc:creator>
  <cp:lastModifiedBy>Kruti Patil</cp:lastModifiedBy>
  <cp:revision>1</cp:revision>
  <dcterms:created xsi:type="dcterms:W3CDTF">2025-11-07T06:38:40Z</dcterms:created>
  <dcterms:modified xsi:type="dcterms:W3CDTF">2025-11-07T07:35:59Z</dcterms:modified>
</cp:coreProperties>
</file>